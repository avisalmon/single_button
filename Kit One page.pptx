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5EED5-9B23-BC75-1969-BA0EDA70E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D939C-D2AF-EBBE-83CE-D35BA03D2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8894A-9922-EEA7-58E1-84386FF93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588A-E7FF-4FD3-8D14-89F1C88C0B43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EBDC1-6C15-2410-41E9-5A8A05AD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AC432-4CBB-80FC-7CAF-AB56E8D0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F372-53CB-469D-9D72-7EE6AD6A53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035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20A9-5A16-090C-D2C5-7EA23FE64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6ED6-079B-BCD5-3645-A58EED67D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102F1-9B24-D4B0-8908-8368C1CC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588A-E7FF-4FD3-8D14-89F1C88C0B43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B3C21-BD57-4008-2492-36AC905B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C8C4B-86CA-817A-464F-E28B5E28F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F372-53CB-469D-9D72-7EE6AD6A53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95224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4157E-A012-7C14-6981-B77FD1B5A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6B6BA-C70A-90D3-8207-0E7085879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514B8-C9AA-051C-B468-4AA551D9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588A-E7FF-4FD3-8D14-89F1C88C0B43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251F7-B9B9-33AA-C155-6F3876F2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2FB93-5D06-C0C3-FC20-D5479081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F372-53CB-469D-9D72-7EE6AD6A53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685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86A2A-1CDD-756F-ECA9-A68C5A852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05D63-56FB-3728-AB98-D96F89D7B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7E108-EB0E-D758-0B41-ACA39B5FC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E34C2-1F24-4DB6-BC0D-EE0089B6F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588A-E7FF-4FD3-8D14-89F1C88C0B43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C63DD-5E32-68EE-6AD4-B2DC2432B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04998-AFAD-245B-8A6C-F5016953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F372-53CB-469D-9D72-7EE6AD6A53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85927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AB22-40F4-D483-597C-EA1FD0AA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C4ECA-E90B-1184-06DC-421903DE5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05ECF-D427-EA59-21CA-DAAFEF4BA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66CE2-FE5F-8847-7F91-34F634985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37A988-275A-684C-2C31-8DCB616B8D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4C8F8-FBC7-3FF9-F3E9-D6168111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588A-E7FF-4FD3-8D14-89F1C88C0B43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42FAC0-4391-3B10-2376-109824257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97242B-5E2D-91E8-6EA1-9368EA74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F372-53CB-469D-9D72-7EE6AD6A53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6165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E7ED-440F-3AC9-0463-5AF4D2A2A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B8B1DC-F03E-8079-C3FC-25418918E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588A-E7FF-4FD3-8D14-89F1C88C0B43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BD7A0-A7A8-75BC-7A76-7B758F1E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FEF0-5A51-74A0-11CD-D1E4CE6DE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F372-53CB-469D-9D72-7EE6AD6A53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355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F7445D-A4C6-AEF2-1050-C1E8698C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588A-E7FF-4FD3-8D14-89F1C88C0B43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021C2E-1FB4-24F7-52EF-EC5294F2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C2FD2-6ED1-3B86-6823-2373CD10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F372-53CB-469D-9D72-7EE6AD6A53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13393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6160-C9CF-1291-4DFC-A63BC69D8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41AE7-9B52-FC85-890B-577005A84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ABAFB-2F4C-7B48-BC11-9CA888C75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26CF0-43A0-873C-C3B2-BEECEBE9E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588A-E7FF-4FD3-8D14-89F1C88C0B43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79F9E-700E-48B9-38DB-2F3E4F50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900D4-7AB7-FDF9-691C-05F295F1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F372-53CB-469D-9D72-7EE6AD6A53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9668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36A0-6136-C945-E806-DC9472783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46B77-CC75-F6FB-3418-DB54E64800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F4FC4-BBB8-402F-5833-37FAED742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6710D-C98E-02A5-EF6A-CDE88A30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588A-E7FF-4FD3-8D14-89F1C88C0B43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4685-CF28-1F51-0990-017791EF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46C4A-0474-6011-C2D8-D7A5EC00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F372-53CB-469D-9D72-7EE6AD6A53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5048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6E06-D75F-12FB-68A5-A0964B79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27D7E-C450-805C-6145-5F3FA9C16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592E2-D755-82E9-4777-A15D94E29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588A-E7FF-4FD3-8D14-89F1C88C0B43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F2AB2-ED3E-1F44-CB3B-8AB42E634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19127-BB77-FE2C-AA6A-4A49B47E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F372-53CB-469D-9D72-7EE6AD6A53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3979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D9B06-AF02-DAC2-4157-1E1BB269A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722AC-AA45-41F0-205D-D919D37E7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92A79-FA5D-A13A-734F-6F1EF89B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588A-E7FF-4FD3-8D14-89F1C88C0B43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CAA0-F88E-26AE-FA80-F0871446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74289-12C4-E1BC-814E-7D7AD76D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F372-53CB-469D-9D72-7EE6AD6A53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510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4E3A87-FF71-CCA5-7B66-B62D38963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4EEEE-CD91-9B9E-B17F-2CC867527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CF75D-55B9-AD5A-C6D2-E75F44179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6588A-E7FF-4FD3-8D14-89F1C88C0B43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CFD80-6F01-6171-12A9-030A6F966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FABA1-3E02-C9CC-948E-2715C28AE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7F372-53CB-469D-9D72-7EE6AD6A53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539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D11EB-DE06-8807-65A8-585AE1080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52" y="747776"/>
            <a:ext cx="7150034" cy="5633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FDA823-22AF-FBF0-57B3-81D6B27C3D35}"/>
              </a:ext>
            </a:extLst>
          </p:cNvPr>
          <p:cNvSpPr txBox="1"/>
          <p:nvPr/>
        </p:nvSpPr>
        <p:spPr>
          <a:xfrm>
            <a:off x="7961547" y="157317"/>
            <a:ext cx="33859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2800" dirty="0">
                <a:latin typeface="Intel Clear Pro" panose="020B0804020202060201" pitchFamily="34" charset="0"/>
                <a:ea typeface="Intel Clear Pro" panose="020B0804020202060201" pitchFamily="34" charset="0"/>
              </a:rPr>
              <a:t>מרכיבים משחק מחשב.</a:t>
            </a:r>
            <a:br>
              <a:rPr lang="en-IL" sz="2800" dirty="0">
                <a:latin typeface="Intel Clear Pro" panose="020B0804020202060201" pitchFamily="34" charset="0"/>
                <a:ea typeface="Intel Clear Pro" panose="020B0804020202060201" pitchFamily="34" charset="0"/>
              </a:rPr>
            </a:br>
            <a:endParaRPr lang="en-IL" sz="2800" dirty="0">
              <a:latin typeface="Intel Clear Pro" panose="020B0804020202060201" pitchFamily="34" charset="0"/>
              <a:ea typeface="Intel Clear Pro" panose="020B0804020202060201" pitchFamily="34" charset="0"/>
              <a:cs typeface="Intel Clear Pro" panose="020B0804020202060201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E13E04-E16B-17E5-3E4D-0278C238D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035" y="747776"/>
            <a:ext cx="2876951" cy="3077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AEFD71-0491-CB8F-A85C-E7ED171B9196}"/>
              </a:ext>
            </a:extLst>
          </p:cNvPr>
          <p:cNvSpPr txBox="1"/>
          <p:nvPr/>
        </p:nvSpPr>
        <p:spPr>
          <a:xfrm>
            <a:off x="8789782" y="4415239"/>
            <a:ext cx="241771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2000" dirty="0">
                <a:latin typeface="Intel Clear Pro" panose="020B0804020202060201" pitchFamily="34" charset="0"/>
                <a:ea typeface="Intel Clear Pro" panose="020B0804020202060201" pitchFamily="34" charset="0"/>
              </a:rPr>
              <a:t>רוצים לשמור על קשר?</a:t>
            </a:r>
          </a:p>
          <a:p>
            <a:pPr algn="r" rtl="1"/>
            <a:r>
              <a:rPr lang="en-US" sz="1400" dirty="0"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https://bit.ly/IDCkit</a:t>
            </a:r>
            <a:br>
              <a:rPr lang="en-IL" sz="2800" dirty="0">
                <a:latin typeface="Intel Clear Pro" panose="020B0804020202060201" pitchFamily="34" charset="0"/>
                <a:ea typeface="Intel Clear Pro" panose="020B0804020202060201" pitchFamily="34" charset="0"/>
              </a:rPr>
            </a:br>
            <a:endParaRPr lang="en-IL" sz="2800" dirty="0">
              <a:latin typeface="Intel Clear Pro" panose="020B0804020202060201" pitchFamily="34" charset="0"/>
              <a:ea typeface="Intel Clear Pro" panose="020B0804020202060201" pitchFamily="34" charset="0"/>
              <a:cs typeface="Intel Clear Pro" panose="020B0804020202060201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386D6D-FED2-6442-64C8-DC4137B81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550" y="5073025"/>
            <a:ext cx="1190175" cy="11852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7B1EDB-30BD-9755-211F-4E7237416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286" y="1749546"/>
            <a:ext cx="1117935" cy="111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14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18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Intel Clear Light</vt:lpstr>
      <vt:lpstr>Intel Clear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Salmon, Avi</dc:creator>
  <cp:lastModifiedBy>Salmon, Avi</cp:lastModifiedBy>
  <cp:revision>1</cp:revision>
  <dcterms:created xsi:type="dcterms:W3CDTF">2026-04-26T06:31:45Z</dcterms:created>
  <dcterms:modified xsi:type="dcterms:W3CDTF">2026-04-26T12:17:57Z</dcterms:modified>
</cp:coreProperties>
</file>